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17D9A-5DFC-1393-1E5F-3600438B2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12C5F-67AE-EEA8-5FB8-AFBAAD4F4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3A32F-A379-42B0-6BD0-875A7089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4FA24-B326-39DE-2F0E-6629AAF49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C6A47-ADD5-2B19-6CC3-885388F02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7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AFB2-696E-A48E-0C47-1A80C9BE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1E5FD-D17C-619C-C72B-9974D7CC0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581DC-5B6A-8609-81CA-6405B93D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CD666-002B-2094-552D-C2F17271E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3471D-87DD-58FC-A146-A791D0051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25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D5C9-7EC7-2FDA-5E3E-E83A6266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99FF3-4AAF-6930-96F1-19758804C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6D35D-A1E0-ACD8-A6DE-DBEAEE20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519DC-14FD-BFD9-B989-6C3C75AA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A9EF7-A372-799C-889A-0A717C4B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2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C9F5-5602-29CD-6F74-87679030B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077C4-7FB8-3CC1-E7CD-41C7CB58E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6F07B-0C04-9D04-8FBD-EE011D5DC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62531-DC04-D1DB-B2B6-F1C6BEB6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F8695F-FB0C-82AB-1182-6E35FAB60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BB6B8-2200-06FE-BD6A-2C67D91B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38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C0EC-ACA3-9132-6B80-6B024724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78E3A-DC01-7B80-D13B-11C4EF4DA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8CA05-461C-2297-B61B-5D8000957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C688AB-878A-F5DF-414F-C602A7A81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ECDF8-FC59-D83C-0E4F-A8A316F7C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5C1BB0-F0B9-2043-F9E7-99D929FA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AB2D73-C5B8-F937-14B5-7B26602C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AE2FF-E0AA-F0AA-A2A6-C31FDDB60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2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59D39-E2BB-3C57-C622-BC96099FD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4FC19E-75EB-AE4B-B515-6BA2E966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8D37B5-06AC-2073-34E7-C24CA125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7BA41-A10F-AAFA-9B16-91CE8228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5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2E129-C27C-2117-D74B-35B688AB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CFBD3F-4439-5F99-DA08-1EF35316C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FD63B-18D4-1826-AF08-F3BCF68D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83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22228-2510-A9D0-987F-41DA060BF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4186E-4B15-35D9-981A-44FB85A9A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B96272-184F-5DEA-6A56-BFDC67420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6CF641-A73D-B71B-C5A4-2541318F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17641-5C14-F933-A32C-A90FEB7D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77712-BA09-072A-A558-D9044116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17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1343-ACB1-A6CA-5E91-D2C9B9AE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38C2C2-CEA9-3DF7-A8C6-E69111440D5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C792F2-14FF-42B4-F991-DD93EA77A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D11F3-84CB-6EF4-510C-67A2D3016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0A727-9A97-728F-B81A-FAD381D16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E3AE6-93C7-CDE7-DC79-00490924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9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F327-4832-1608-820B-67AC9141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5C4D1-DAA7-C204-EEC0-1D8EE4766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C8317-3BD0-9375-4E7A-B7F351E2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38470-9E44-F53F-9A2D-9BED86AE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E3BCA-4B3A-44EC-2AA3-E693C96D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31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D40E8E-C61C-670D-DD50-BA5249B2D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C84B2-B6D8-591B-81CE-4A7D1BE84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671C5-328B-AADE-6402-B8064F65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7D16-6BDF-DE73-3034-241B45C9D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05B9A-77FB-E30E-FC80-39F0E45D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22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9E486-18E9-D884-4DE0-E6AB1B2D2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10EBF6-5634-A3E5-D9C0-8E06070E9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CFDB4-5FF7-DFB6-BE29-54B3EF314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87C75B-D844-47F5-AF36-5468485F3DF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D57C5-B859-303F-4016-C2E7B75B2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47A19-E03D-8626-6EB2-5CB801BD13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3D733-8DAC-4E18-B993-A1F7258CE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7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EB3E5-A8D2-045F-5F2D-18CEDFD2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18" y="1309426"/>
            <a:ext cx="3677163" cy="3743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0BF72B-FD30-FA0D-FD29-E329C997070F}"/>
              </a:ext>
            </a:extLst>
          </p:cNvPr>
          <p:cNvSpPr txBox="1"/>
          <p:nvPr/>
        </p:nvSpPr>
        <p:spPr>
          <a:xfrm>
            <a:off x="6915150" y="857250"/>
            <a:ext cx="367895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 UDP( 0, "UDP" ),</a:t>
            </a:r>
          </a:p>
          <a:p>
            <a:r>
              <a:rPr lang="en-US" dirty="0"/>
              <a:t>    /**  */</a:t>
            </a:r>
          </a:p>
          <a:p>
            <a:r>
              <a:rPr lang="en-US" dirty="0"/>
              <a:t>    TCP_SERVER( 1, "TCP Listen" ),</a:t>
            </a:r>
          </a:p>
          <a:p>
            <a:r>
              <a:rPr lang="en-US" dirty="0"/>
              <a:t>    /**  */</a:t>
            </a:r>
          </a:p>
          <a:p>
            <a:r>
              <a:rPr lang="en-US" dirty="0"/>
              <a:t>    TCP_CONNECT( 2, "TCP Connect" ),</a:t>
            </a:r>
          </a:p>
          <a:p>
            <a:r>
              <a:rPr lang="en-US" dirty="0"/>
              <a:t>    /**  */</a:t>
            </a:r>
          </a:p>
          <a:p>
            <a:r>
              <a:rPr lang="en-US" dirty="0"/>
              <a:t>    SERIAL( 3, "Serial" ),</a:t>
            </a:r>
          </a:p>
          <a:p>
            <a:r>
              <a:rPr lang="en-US" dirty="0"/>
              <a:t>    /**  */</a:t>
            </a:r>
          </a:p>
          <a:p>
            <a:r>
              <a:rPr lang="en-US" dirty="0"/>
              <a:t>    BRIDGE( 4, "Bridge" ),</a:t>
            </a:r>
          </a:p>
          <a:p>
            <a:r>
              <a:rPr lang="en-US" dirty="0"/>
              <a:t>    /**  */</a:t>
            </a:r>
          </a:p>
          <a:p>
            <a:r>
              <a:rPr lang="en-US" dirty="0"/>
              <a:t>    TRANSFER( 5, "Transfer" ),</a:t>
            </a:r>
          </a:p>
          <a:p>
            <a:r>
              <a:rPr lang="en-US" dirty="0"/>
              <a:t>    /**  */</a:t>
            </a:r>
          </a:p>
          <a:p>
            <a:r>
              <a:rPr lang="en-US" dirty="0"/>
              <a:t>    NTP( 6, "NTP" );</a:t>
            </a:r>
          </a:p>
        </p:txBody>
      </p:sp>
    </p:spTree>
    <p:extLst>
      <p:ext uri="{BB962C8B-B14F-4D97-AF65-F5344CB8AC3E}">
        <p14:creationId xmlns:p14="http://schemas.microsoft.com/office/powerpoint/2010/main" val="1014399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Gordon</dc:creator>
  <cp:lastModifiedBy>Joseph Gordon</cp:lastModifiedBy>
  <cp:revision>1</cp:revision>
  <dcterms:created xsi:type="dcterms:W3CDTF">2026-10-22T16:54:12Z</dcterms:created>
  <dcterms:modified xsi:type="dcterms:W3CDTF">2026-10-22T16:54:55Z</dcterms:modified>
</cp:coreProperties>
</file>